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6145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40AF">
              <a:alpha val="4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7498080" y="3200400"/>
            <a:ext cx="2560320" cy="2560320"/>
          </a:xfrm>
          <a:prstGeom prst="ellipse">
            <a:avLst/>
          </a:prstGeom>
          <a:solidFill>
            <a:srgbClr val="2563EB">
              <a:alpha val="2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5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WEB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315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sự &amp; Tiền lương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dự án  •  Các kỹ thuật đã áp dụng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  •   CSS   •   JavaScript thuần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9319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42062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Mạnh Hoàn  –  MSSV: 526000153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Nhất Tôn   –  MSSV: 526000171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tổng quan dự án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733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57200" y="1673352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457200" y="167335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6733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chức năng chính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38658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457200" y="238658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3865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thiết kế giao diện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57200" y="3099816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457200" y="309981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0998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kỹ thuật &amp; Layout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13048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457200" y="3813048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381304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trang Dashboard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96012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4800600" y="960120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4800600" y="96012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23560" y="96012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xây dựng biểu đồ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673352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Shape 27"/>
          <p:cNvSpPr/>
          <p:nvPr/>
        </p:nvSpPr>
        <p:spPr>
          <a:xfrm>
            <a:off x="4800600" y="1673352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0" name="Text 28"/>
          <p:cNvSpPr/>
          <p:nvPr/>
        </p:nvSpPr>
        <p:spPr>
          <a:xfrm>
            <a:off x="4800600" y="167335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23560" y="16733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tương tác &amp; Dữ liệu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800600" y="2386584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Shape 31"/>
          <p:cNvSpPr/>
          <p:nvPr/>
        </p:nvSpPr>
        <p:spPr>
          <a:xfrm>
            <a:off x="4800600" y="2386584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4" name="Text 32"/>
          <p:cNvSpPr/>
          <p:nvPr/>
        </p:nvSpPr>
        <p:spPr>
          <a:xfrm>
            <a:off x="4800600" y="238658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23560" y="238658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 cách tiếp cận thuần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800600" y="3099816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7" name="Shape 35"/>
          <p:cNvSpPr/>
          <p:nvPr/>
        </p:nvSpPr>
        <p:spPr>
          <a:xfrm>
            <a:off x="4800600" y="3099816"/>
            <a:ext cx="640080" cy="594360"/>
          </a:xfrm>
          <a:prstGeom prst="roundRect">
            <a:avLst>
              <a:gd name="adj" fmla="val 12308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8" name="Text 36"/>
          <p:cNvSpPr/>
          <p:nvPr/>
        </p:nvSpPr>
        <p:spPr>
          <a:xfrm>
            <a:off x="4800600" y="309981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623560" y="309981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Giới thiệu tổng quan dự án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05156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1234440" y="137160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Tên dự án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Quản lý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sự &amp; Tiền lương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(HRM &amp; Payroll)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4114800" y="137160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web hiện đại,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dùng, chuyên nghiệp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trực quan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1051560"/>
            <a:ext cx="2743200" cy="3383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524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6995160" y="1371600"/>
            <a:ext cx="1097280" cy="10972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99516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31546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Bộ phận Nhân sự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Kế toán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doanh nghiệp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chức năng chính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50292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</a:t>
            </a: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kê, biểu đồ quỹ lương, phân bố phòng ban, lịch nghỉ phép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342900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342900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06908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Nhân viên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đầy đủ, tìm kiếm realtime, lọc phòng ban &amp; trạng thái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6355080" y="10972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35508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95160" y="1143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Chấm công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 ngày công, giờ tăng ca, tổng hợp theo tháng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50292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Nghỉ phép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đơn, duyệt/từ chối, theo dõi ngày phép còn lại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342900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342900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06908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lương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42900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tính BHXH, thuế TNCN, thực lĩnh theo kỳ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83464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30" name="Shape 28"/>
          <p:cNvSpPr/>
          <p:nvPr/>
        </p:nvSpPr>
        <p:spPr>
          <a:xfrm>
            <a:off x="6355080" y="30632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6355080" y="3063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95160" y="3108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55080" y="374904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kê biến động nhân sự và quỹ lương theo thời gian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tắc thiết kế giao diện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85800" y="1069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 giản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bỏ yếu tố thừa, tập trung vào dữ liệu quan trọng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5074920" y="1069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Nhất quán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49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sắc, font, khoảng cách đồng bộ toàn hệ thống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85800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cấp thị giác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đề – số liệu – mô tả rõ ràng về kích thước &amp; màu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14884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754880" y="214884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5074920" y="23500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Phản hồi tương tác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Hover, transition, trạng thái active rõ ràng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365760" y="342900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68580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tiếp cận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58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phản tốt, hỗ trợ Light &amp; Dark mode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41605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109728" cy="1143000"/>
          </a:xfrm>
          <a:prstGeom prst="roundRect">
            <a:avLst>
              <a:gd name="adj" fmla="val 41667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5074920" y="36301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7492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Thích ứng tốt trên desktop, tablet và mobile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kỹ thuật &amp; Layout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cốt lõi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178308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9601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JavaScript thuần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221992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96012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dùng framework / thư viện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2660904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Text 10"/>
          <p:cNvSpPr/>
          <p:nvPr/>
        </p:nvSpPr>
        <p:spPr>
          <a:xfrm>
            <a:off x="960120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Page Application giả lập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3099816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960120" y="3054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Ẩn/hiện section bằng JavaScript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538728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960120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Design đầy đủ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3977640"/>
            <a:ext cx="201168" cy="201168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9601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với LocalStorage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4663440" y="868680"/>
            <a:ext cx="4160520" cy="640080"/>
          </a:xfrm>
          <a:prstGeom prst="roundRect">
            <a:avLst>
              <a:gd name="adj" fmla="val 1714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4846320" y="96012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Layout &amp; UI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37760" y="178308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5303520" y="1737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+ Header + Content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937760" y="2221992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5" name="Text 23"/>
          <p:cNvSpPr/>
          <p:nvPr/>
        </p:nvSpPr>
        <p:spPr>
          <a:xfrm>
            <a:off x="5303520" y="217627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Variables quản lý màu sắc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937760" y="2660904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7" name="Text 25"/>
          <p:cNvSpPr/>
          <p:nvPr/>
        </p:nvSpPr>
        <p:spPr>
          <a:xfrm>
            <a:off x="5303520" y="261518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&amp; CSS Grid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937760" y="3099816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5303520" y="30540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Hover, transition mượt mà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937760" y="3538728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5303520" y="349300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Box-shadow &amp; border-radius 12px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937760" y="3977640"/>
            <a:ext cx="201168" cy="201168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3" name="Text 31"/>
          <p:cNvSpPr/>
          <p:nvPr/>
        </p:nvSpPr>
        <p:spPr>
          <a:xfrm>
            <a:off x="5303520" y="3931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ứng chuyên nghiệp, hiện đại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kế trang Dashboard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Thẻ thống kê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NV, NV mới, Quỹ lương, Đơn nghỉ phép – kèm % thay đổi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86868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4892040" y="114300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Text 8"/>
          <p:cNvSpPr/>
          <p:nvPr/>
        </p:nvSpPr>
        <p:spPr>
          <a:xfrm>
            <a:off x="5212080" y="1051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cột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212080" y="1417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Quỹ lương 6 tháng, vẽ bằng div + CSS, hover hiện giá trị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502920" y="242316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82296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tròn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phòng ban bằng conic-gradient + JS tính 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14884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7" name="Shape 15"/>
          <p:cNvSpPr/>
          <p:nvPr/>
        </p:nvSpPr>
        <p:spPr>
          <a:xfrm>
            <a:off x="4892040" y="242316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8" name="Text 16"/>
          <p:cNvSpPr/>
          <p:nvPr/>
        </p:nvSpPr>
        <p:spPr>
          <a:xfrm>
            <a:off x="5212080" y="23317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gần đây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thao tác mới nhất (thêm NV, duyệt phép…)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0040" y="3429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2" name="Text 20"/>
          <p:cNvSpPr/>
          <p:nvPr/>
        </p:nvSpPr>
        <p:spPr>
          <a:xfrm>
            <a:off x="82296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nghỉ phép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296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tháng động, đánh dấu ngày nghỉ, click xem chi tiết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3429000"/>
            <a:ext cx="4206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4892040" y="3703320"/>
            <a:ext cx="137160" cy="594360"/>
          </a:xfrm>
          <a:prstGeom prst="roundRect">
            <a:avLst>
              <a:gd name="adj" fmla="val 33333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521208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212080" y="3977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Light/Dark, lưu preference bằng LocalStorage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xây dựng biểu đồ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128016" cy="384048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cột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Quỹ lương 6 tháng gần nhất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834640"/>
            <a:ext cx="365760" cy="4572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Shape 7"/>
          <p:cNvSpPr/>
          <p:nvPr/>
        </p:nvSpPr>
        <p:spPr>
          <a:xfrm>
            <a:off x="1325880" y="2651760"/>
            <a:ext cx="365760" cy="64008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1828800" y="2514600"/>
            <a:ext cx="365760" cy="77724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Shape 9"/>
          <p:cNvSpPr/>
          <p:nvPr/>
        </p:nvSpPr>
        <p:spPr>
          <a:xfrm>
            <a:off x="2331720" y="2377440"/>
            <a:ext cx="365760" cy="9144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2" name="Shape 10"/>
          <p:cNvSpPr/>
          <p:nvPr/>
        </p:nvSpPr>
        <p:spPr>
          <a:xfrm>
            <a:off x="2834640" y="2240280"/>
            <a:ext cx="365760" cy="10515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Shape 11"/>
          <p:cNvSpPr/>
          <p:nvPr/>
        </p:nvSpPr>
        <p:spPr>
          <a:xfrm>
            <a:off x="3337560" y="2103120"/>
            <a:ext cx="365760" cy="118872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85800" y="3520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HTML + CSS thuần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3794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Div thay đổi height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5800" y="4069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Hover hiện tooltip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4343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Không cần thư viện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416052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128016" cy="384048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0" name="Text 18"/>
          <p:cNvSpPr/>
          <p:nvPr/>
        </p:nvSpPr>
        <p:spPr>
          <a:xfrm>
            <a:off x="5029200" y="1097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đồ tròn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15087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bố nhân viên theo phòng ban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52160" y="1965960"/>
            <a:ext cx="1645920" cy="1645920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Shape 21"/>
          <p:cNvSpPr/>
          <p:nvPr/>
        </p:nvSpPr>
        <p:spPr>
          <a:xfrm>
            <a:off x="6126480" y="2240280"/>
            <a:ext cx="1097280" cy="10972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4" name="Text 22"/>
          <p:cNvSpPr/>
          <p:nvPr/>
        </p:nvSpPr>
        <p:spPr>
          <a:xfrm>
            <a:off x="5029200" y="37947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CSS conic-gradient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29200" y="40233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JS tính phần trăm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0" y="4251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Legend động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0" y="44805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Không cần thư viện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tương tác &amp; Quản lý dữ liệu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59436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nghỉ phép động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lịch 100% bằng JavaScript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51460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tháng trước / sau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dấu ngày có người nghỉ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256032" cy="25603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640080" y="3703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ngày → hiện chi tiết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868680"/>
            <a:ext cx="420624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4754880" y="86868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5029200" y="960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&amp; Dark Mode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074920" y="192024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3" name="Text 21"/>
          <p:cNvSpPr/>
          <p:nvPr/>
        </p:nvSpPr>
        <p:spPr>
          <a:xfrm>
            <a:off x="5074920" y="19202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mẫu trong mảng JS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74920" y="251460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5074920" y="25146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2468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lưu Light/Dark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074920" y="310896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9" name="Text 27"/>
          <p:cNvSpPr/>
          <p:nvPr/>
        </p:nvSpPr>
        <p:spPr>
          <a:xfrm>
            <a:off x="5074920" y="31089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giao diện realtime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74920" y="3703320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2" name="Text 30"/>
          <p:cNvSpPr/>
          <p:nvPr/>
        </p:nvSpPr>
        <p:spPr>
          <a:xfrm>
            <a:off x="5074920" y="37033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3657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sạch, dễ bảo trì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Lợi ích của cách tiếp cận thuần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50292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suất cao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tải thư viện → trang nhẹ, nhanh, mượt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1440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0" name="Shape 8"/>
          <p:cNvSpPr/>
          <p:nvPr/>
        </p:nvSpPr>
        <p:spPr>
          <a:xfrm>
            <a:off x="3429000" y="1143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342900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Dễ bảo trì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rõ ràng, ít phụ thuộc, dễ mở rộng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91440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15" name="Shape 13"/>
          <p:cNvSpPr/>
          <p:nvPr/>
        </p:nvSpPr>
        <p:spPr>
          <a:xfrm>
            <a:off x="6355080" y="114300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6" name="Text 14"/>
          <p:cNvSpPr/>
          <p:nvPr/>
        </p:nvSpPr>
        <p:spPr>
          <a:xfrm>
            <a:off x="6355080" y="1143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động kiểm soát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22402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Toàn quyền UI/UX, không bị giới hạn component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8036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1" name="Text 19"/>
          <p:cNvSpPr/>
          <p:nvPr/>
        </p:nvSpPr>
        <p:spPr>
          <a:xfrm>
            <a:off x="5029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" y="3886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Phù hợp học tập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4206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Nắm vững nền tảng trước khi dùng framework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8036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25" name="Shape 23"/>
          <p:cNvSpPr/>
          <p:nvPr/>
        </p:nvSpPr>
        <p:spPr>
          <a:xfrm>
            <a:off x="3429000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26" name="Text 24"/>
          <p:cNvSpPr/>
          <p:nvPr/>
        </p:nvSpPr>
        <p:spPr>
          <a:xfrm>
            <a:off x="34290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429000" y="3886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Tương thích tốt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4206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ổn định trên hầu hết trình duyệt hiện đại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8892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vi-VN"/>
          </a:p>
        </p:txBody>
      </p:sp>
      <p:sp>
        <p:nvSpPr>
          <p:cNvPr id="30" name="Shape 28"/>
          <p:cNvSpPr/>
          <p:nvPr/>
        </p:nvSpPr>
        <p:spPr>
          <a:xfrm>
            <a:off x="6355080" y="31089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1" name="Text 29"/>
          <p:cNvSpPr/>
          <p:nvPr/>
        </p:nvSpPr>
        <p:spPr>
          <a:xfrm>
            <a:off x="635508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355080" y="388620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phí thấp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55080" y="420624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phụ thuộc gói trả phí, dễ triển khai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80060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3" name="Shape 1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1E40AF">
              <a:alpha val="45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4" name="Shape 2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2563EB">
              <a:alpha val="30000"/>
            </a:srgbClr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LUẬN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686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gì đã thực hiện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85800" y="150876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9" name="Text 7"/>
          <p:cNvSpPr/>
          <p:nvPr/>
        </p:nvSpPr>
        <p:spPr>
          <a:xfrm>
            <a:off x="1005840" y="144475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hiện đại chỉ với HTML, CSS, JavaScript thuần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187452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1" name="Text 9"/>
          <p:cNvSpPr/>
          <p:nvPr/>
        </p:nvSpPr>
        <p:spPr>
          <a:xfrm>
            <a:off x="1005840" y="1810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chuyên nghiệp: Sidebar + Header + Content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24028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3" name="Text 11"/>
          <p:cNvSpPr/>
          <p:nvPr/>
        </p:nvSpPr>
        <p:spPr>
          <a:xfrm>
            <a:off x="1005840" y="217627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xây dựng biểu đồ cột &amp; tròn không cần thư viện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60604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5" name="Text 13"/>
          <p:cNvSpPr/>
          <p:nvPr/>
        </p:nvSpPr>
        <p:spPr>
          <a:xfrm>
            <a:off x="1005840" y="25420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động, Dark Mode, trải nghiệm người dùng mượt mà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2971800"/>
            <a:ext cx="164592" cy="164592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vi-VN"/>
          </a:p>
        </p:txBody>
      </p:sp>
      <p:sp>
        <p:nvSpPr>
          <p:cNvPr id="17" name="Text 15"/>
          <p:cNvSpPr/>
          <p:nvPr/>
        </p:nvSpPr>
        <p:spPr>
          <a:xfrm>
            <a:off x="1005840" y="290779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sạch, có chú thích, dễ bảo trì và mở rộng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520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 thực hiện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Mạnh Hoàn (526000153)   •   Lê Nhất Tôn (526000171)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ơn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thầy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</a:t>
            </a: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lắng nghe!  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887</Words>
  <Application>Microsoft Office PowerPoint</Application>
  <PresentationFormat>On-screen Show (16:9)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Thiết kế Web - Hệ thống Quản lý Nhân sự &amp; Tiền lương</dc:title>
  <dc:subject>Giới thiệu dự án và các kỹ thuật thiết kế web</dc:subject>
  <dc:creator>Lê Mạnh Hoàn &amp; Lê Nhất Tôn</dc:creator>
  <cp:lastModifiedBy>Hoàn Lê</cp:lastModifiedBy>
  <cp:revision>2</cp:revision>
  <dcterms:created xsi:type="dcterms:W3CDTF">2026-10-24T04:22:31Z</dcterms:created>
  <dcterms:modified xsi:type="dcterms:W3CDTF">2026-10-24T05:58:22Z</dcterms:modified>
</cp:coreProperties>
</file>